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6219d8b7594a81" /><Relationship Type="http://schemas.openxmlformats.org/officeDocument/2006/relationships/extended-properties" Target="/docProps/app.xml" Id="R3dba13e588364322" /><Relationship Type="http://schemas.openxmlformats.org/officeDocument/2006/relationships/officeDocument" Target="/ppt/presentation.xml" Id="R4cdc59088d5d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2d7a363e824e48"/>
  </p:sldMasterIdLst>
  <p:notesMasterIdLst>
    <p:notesMasterId xmlns:r="http://schemas.openxmlformats.org/officeDocument/2006/relationships" r:id="R1c10fcab4e014ac5"/>
  </p:notesMasterIdLst>
  <p:sldIdLst>
    <p:sldId xmlns:r="http://schemas.openxmlformats.org/officeDocument/2006/relationships" id="256" r:id="R9d89587c923649d4"/>
    <p:sldId xmlns:r="http://schemas.openxmlformats.org/officeDocument/2006/relationships" id="257" r:id="Re6a6628ffbec4e7e"/>
    <p:sldId xmlns:r="http://schemas.openxmlformats.org/officeDocument/2006/relationships" id="258" r:id="Ree78cfdee25344a4"/>
    <p:sldId xmlns:r="http://schemas.openxmlformats.org/officeDocument/2006/relationships" id="259" r:id="R731440ed608c4309"/>
    <p:sldId xmlns:r="http://schemas.openxmlformats.org/officeDocument/2006/relationships" id="260" r:id="R0aba72471cb04fde"/>
    <p:sldId xmlns:r="http://schemas.openxmlformats.org/officeDocument/2006/relationships" id="261" r:id="R30cb579a73dc4988"/>
    <p:sldId xmlns:r="http://schemas.openxmlformats.org/officeDocument/2006/relationships" id="262" r:id="Rc712084d6caf427c"/>
    <p:sldId xmlns:r="http://schemas.openxmlformats.org/officeDocument/2006/relationships" id="263" r:id="R0764c3d652b04067"/>
    <p:sldId xmlns:r="http://schemas.openxmlformats.org/officeDocument/2006/relationships" id="264" r:id="Rddc3f47dd17f4a82"/>
    <p:sldId xmlns:r="http://schemas.openxmlformats.org/officeDocument/2006/relationships" id="265" r:id="R6981c68a6f254b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2dd7e75e674fb6" /><Relationship Type="http://schemas.openxmlformats.org/officeDocument/2006/relationships/slideMaster" Target="/ppt/slideMasters/slideMaster1.xml" Id="R8c2d7a363e824e48" /><Relationship Type="http://schemas.openxmlformats.org/officeDocument/2006/relationships/notesMaster" Target="/ppt/notesMasters/notesMaster1.xml" Id="R1c10fcab4e014ac5" /><Relationship Type="http://schemas.openxmlformats.org/officeDocument/2006/relationships/presProps" Target="/ppt/presProps.xml" Id="Re84e5e07dab14d4f" /><Relationship Type="http://schemas.openxmlformats.org/officeDocument/2006/relationships/tableStyles" Target="/ppt/tableStyles.xml" Id="R0f0dc684ff00478c" /><Relationship Type="http://schemas.openxmlformats.org/officeDocument/2006/relationships/slide" Target="/ppt/slides/slide1.xml" Id="R9d89587c923649d4" /><Relationship Type="http://schemas.openxmlformats.org/officeDocument/2006/relationships/slide" Target="/ppt/slides/slide2.xml" Id="Re6a6628ffbec4e7e" /><Relationship Type="http://schemas.openxmlformats.org/officeDocument/2006/relationships/slide" Target="/ppt/slides/slide3.xml" Id="Ree78cfdee25344a4" /><Relationship Type="http://schemas.openxmlformats.org/officeDocument/2006/relationships/slide" Target="/ppt/slides/slide4.xml" Id="R731440ed608c4309" /><Relationship Type="http://schemas.openxmlformats.org/officeDocument/2006/relationships/slide" Target="/ppt/slides/slide5.xml" Id="R0aba72471cb04fde" /><Relationship Type="http://schemas.openxmlformats.org/officeDocument/2006/relationships/slide" Target="/ppt/slides/slide6.xml" Id="R30cb579a73dc4988" /><Relationship Type="http://schemas.openxmlformats.org/officeDocument/2006/relationships/slide" Target="/ppt/slides/slide7.xml" Id="Rc712084d6caf427c" /><Relationship Type="http://schemas.openxmlformats.org/officeDocument/2006/relationships/slide" Target="/ppt/slides/slide8.xml" Id="R0764c3d652b04067" /><Relationship Type="http://schemas.openxmlformats.org/officeDocument/2006/relationships/slide" Target="/ppt/slides/slide9.xml" Id="Rddc3f47dd17f4a82" /><Relationship Type="http://schemas.openxmlformats.org/officeDocument/2006/relationships/slide" Target="/ppt/slides/slide10.xml" Id="R6981c68a6f25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2b2965e76f4f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c2e8e31ab48bc" /><Relationship Type="http://schemas.openxmlformats.org/officeDocument/2006/relationships/notesMaster" Target="/ppt/notesMasters/notesMaster1.xml" Id="R459351d0231f4e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56333bf874a05" /><Relationship Type="http://schemas.openxmlformats.org/officeDocument/2006/relationships/notesMaster" Target="/ppt/notesMasters/notesMaster1.xml" Id="R396d37af1263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3208efe651484b" /><Relationship Type="http://schemas.openxmlformats.org/officeDocument/2006/relationships/notesMaster" Target="/ppt/notesMasters/notesMaster1.xml" Id="Re41e947b81c94b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2caaad4cd64d6c" /><Relationship Type="http://schemas.openxmlformats.org/officeDocument/2006/relationships/notesMaster" Target="/ppt/notesMasters/notesMaster1.xml" Id="R77dfaf61008b48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bb1e98e3144950" /><Relationship Type="http://schemas.openxmlformats.org/officeDocument/2006/relationships/notesMaster" Target="/ppt/notesMasters/notesMaster1.xml" Id="R7afc34d67d944a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d6d9dad83f4b95" /><Relationship Type="http://schemas.openxmlformats.org/officeDocument/2006/relationships/notesMaster" Target="/ppt/notesMasters/notesMaster1.xml" Id="Rc1e4d408c8ec4a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8134af9fb64c72" /><Relationship Type="http://schemas.openxmlformats.org/officeDocument/2006/relationships/notesMaster" Target="/ppt/notesMasters/notesMaster1.xml" Id="Rc9c16073373043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f5099bd44c4c4a" /><Relationship Type="http://schemas.openxmlformats.org/officeDocument/2006/relationships/notesMaster" Target="/ppt/notesMasters/notesMaster1.xml" Id="R997df9fedad64d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101f49edc34c51" /><Relationship Type="http://schemas.openxmlformats.org/officeDocument/2006/relationships/notesMaster" Target="/ppt/notesMasters/notesMaster1.xml" Id="R77ff69663a9849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2a562ff1734b0a" /><Relationship Type="http://schemas.openxmlformats.org/officeDocument/2006/relationships/notesMaster" Target="/ppt/notesMasters/notesMaster1.xml" Id="Rf6e6d5597dc7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 for AI Builders Hackathon 2026. Synthetic demo data. Shikhar, sgoel2be24-cyber.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user: small software agency owner or project manager. This is a problem hypothesis, not validated customer research. No savings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screenshot from the running application. Synthetic Northstar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browser screenshot. Spreadsheet request retrieves an invoice inclusion and bulk export exclusion. The deterministic policy asks for clarification.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simulation. Synthetic estimates: 12h on data, 20h on identity at USD90/hour. 32h effort, USD2880, 1.0 workday delay after a 4h buffer. Independent paths overlap. Unlimited staffing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src/ai.worker.ts, engine.ts, schema.ts, main.ts. Model: https://huggingface.co/Xenova/all-MiniLM-L6-v2. Transformers.js: https://huggingface.co/docs/transformers.js/pipelines. No customer text sent to an AI API. Local storage is not encrypted.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in the browser: remove SOW-05. RELATED_EXCLUSION becomes LOW_EVIDENCE. This filters the original top-three evidence set, not a full retrieval rerun. Editing the baseline permits a full rerun.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docs/evaluation.json and docs/VERIFICATION.md. Small developer-authored synthetic smoke set. Two observed misses remain disclosed: spreadsheet top-1 retrieval and color paraphrase threshold. This is not a contractual accuracy benchmark or independent user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items are not implemented. Current app has no document parser, backend, team sync, legal advice or signed client approval. Potential subscription business model remains unvalidated.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source and demo links are in README.md and docs/DEVPOST.md. No hackathon submission has been 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82d9f98b14f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ba48d797834935" /><Relationship Type="http://schemas.openxmlformats.org/officeDocument/2006/relationships/slideLayout" Target="/ppt/slideLayouts/slideLayout1.xml" Id="R2fd8f550f7f240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d8f550f7f240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7366ec8e54988" /><Relationship Type="http://schemas.openxmlformats.org/officeDocument/2006/relationships/notesSlide" Target="/ppt/notesSlides/notesSlide1.xml" Id="R9ded727f8a5c44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b7b717c1b4bab" /><Relationship Type="http://schemas.openxmlformats.org/officeDocument/2006/relationships/notesSlide" Target="/ppt/notesSlides/notesSlide2.xml" Id="R515c694a628741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7a11a2dc74b99" /><Relationship Type="http://schemas.openxmlformats.org/officeDocument/2006/relationships/image" Target="/ppt/media/image.jpeg" Id="Rb907ac3b7b13495c" /><Relationship Type="http://schemas.openxmlformats.org/officeDocument/2006/relationships/notesSlide" Target="/ppt/notesSlides/notesSlide3.xml" Id="R1bf0331d806644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22f91436c4f97" /><Relationship Type="http://schemas.openxmlformats.org/officeDocument/2006/relationships/image" Target="/ppt/media/image2.jpeg" Id="R0da7004f274d4539" /><Relationship Type="http://schemas.openxmlformats.org/officeDocument/2006/relationships/notesSlide" Target="/ppt/notesSlides/notesSlide4.xml" Id="R73d934d6fa3948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8de149d044b02" /><Relationship Type="http://schemas.openxmlformats.org/officeDocument/2006/relationships/image" Target="/ppt/media/image3.jpeg" Id="R4baa28d78b3c45df" /><Relationship Type="http://schemas.openxmlformats.org/officeDocument/2006/relationships/notesSlide" Target="/ppt/notesSlides/notesSlide5.xml" Id="R7dcdae8b375946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0f237a52c4785" /><Relationship Type="http://schemas.openxmlformats.org/officeDocument/2006/relationships/notesSlide" Target="/ppt/notesSlides/notesSlide6.xml" Id="Rdc1ca9e496fb45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d24d6b796461f" /><Relationship Type="http://schemas.openxmlformats.org/officeDocument/2006/relationships/notesSlide" Target="/ppt/notesSlides/notesSlide7.xml" Id="Re3dcf67ba0784c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66d14b7cf4da4" /><Relationship Type="http://schemas.openxmlformats.org/officeDocument/2006/relationships/notesSlide" Target="/ppt/notesSlides/notesSlide8.xml" Id="R94e5d1295f704a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fd87743b34beb" /><Relationship Type="http://schemas.openxmlformats.org/officeDocument/2006/relationships/notesSlide" Target="/ppt/notesSlides/notesSlide9.xml" Id="Ra9a27ce6f07642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660ed2ed74d73" /><Relationship Type="http://schemas.openxmlformats.org/officeDocument/2006/relationships/notesSlide" Target="/ppt/notesSlides/notesSlide10.xml" Id="R4685c045e57141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EAC8A-12DD-4219-8A1B-A54CEF15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D1F09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D1F095"/>
                </a:solidFill>
                <a:latin typeface="Helvetica Neue"/>
                <a:ea typeface="Helvetica Neue"/>
                <a:cs typeface="Helvetica Neue"/>
              </a:rPr>
              <a:t>DeltaProof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81E10-6CEB-4AC5-ADA6-112245FF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See what a small change really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BD470-5A5A-48F6-BA24-2F5FB25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2D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2D0BA"/>
                </a:solidFill>
                <a:latin typeface="Helvetica Neue"/>
                <a:ea typeface="Helvetica Neue"/>
                <a:cs typeface="Helvetica Neue"/>
              </a:rPr>
              <a:t>Private AI scope review for software agencies</a:t>
            </a:r>
          </a:p>
        </p:txBody>
      </p:sp>
    </p:spTree>
    <p:extLst>
      <p:ext uri="{BB962C8B-B14F-4D97-AF65-F5344CB8AC3E}">
        <p14:creationId xmlns:p14="http://schemas.microsoft.com/office/powerpoint/2010/main" val="463290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7EA4A-5E72-44A9-8CD6-36BC73B4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The expensive moment before “yes”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9590B-F49E-411F-9900-B8B86C1F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382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A client asks for spreadsheet exports and team invitations.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The reviewer needs to establish what the agreement covers and which dependent work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DeltaProof makes that review visible before anyone commits.</a:t>
            </a:r>
          </a:p>
        </p:txBody>
      </p:sp>
    </p:spTree>
    <p:extLst>
      <p:ext uri="{BB962C8B-B14F-4D97-AF65-F5344CB8AC3E}">
        <p14:creationId xmlns:p14="http://schemas.microsoft.com/office/powerpoint/2010/main" val="1536612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CC9A4-7339-4961-8A4B-FD57EBCA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A complete review workspace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7ac3b7b13495c"/>
          <a:stretch xmlns:a="http://schemas.openxmlformats.org/drawingml/2006/main"/>
        </p:blipFill>
        <p:spPr>
          <a:xfrm xmlns:a="http://schemas.openxmlformats.org/drawingml/2006/main">
            <a:off x="2008188" y="176212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87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95CA4-E1D1-4EC7-84B3-E95BDDD8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The AI exposes the scope boundary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7004f274d4539"/>
          <a:stretch xmlns:a="http://schemas.openxmlformats.org/drawingml/2006/main"/>
        </p:blipFill>
        <p:spPr>
          <a:xfrm xmlns:a="http://schemas.openxmlformats.org/drawingml/2006/main">
            <a:off x="619125" y="1777008"/>
            <a:ext cx="7905750" cy="444698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1DB73-327A-4D1C-A898-5912E8FB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762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Exact quotations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Visible 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Human decisions</a:t>
            </a:r>
          </a:p>
        </p:txBody>
      </p:sp>
    </p:spTree>
    <p:extLst>
      <p:ext uri="{BB962C8B-B14F-4D97-AF65-F5344CB8AC3E}">
        <p14:creationId xmlns:p14="http://schemas.microsoft.com/office/powerpoint/2010/main" val="2094093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7E6CB-A22C-44A2-83D1-971035E6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A dependency plan makes tradeoffs concrete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a28d78b3c45df"/>
          <a:stretch xmlns:a="http://schemas.openxmlformats.org/drawingml/2006/main"/>
        </p:blipFill>
        <p:spPr>
          <a:xfrm xmlns:a="http://schemas.openxmlformats.org/drawingml/2006/main">
            <a:off x="619125" y="1763613"/>
            <a:ext cx="7953375" cy="447377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5CC47-FAFE-4DB7-8908-8120022A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762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32 extra hours</a:t>
            </a:r>
          </a:p>
          <a:p xmlns:a="http://schemas.openxmlformats.org/drawingml/2006/main">
            <a:pPr>
              <a:def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$2,880 proposal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Deferring invites</a:t>
            </a:r>
          </a:p>
          <a:p xmlns:a="http://schemas.openxmlformats.org/drawingml/2006/main">
            <a:pPr>
              <a:def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removes 20 hours</a:t>
            </a:r>
          </a:p>
          <a:p xmlns:a="http://schemas.openxmlformats.org/drawingml/2006/main">
            <a:pPr>
              <a:def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and $1,800</a:t>
            </a:r>
          </a:p>
        </p:txBody>
      </p:sp>
    </p:spTree>
    <p:extLst>
      <p:ext uri="{BB962C8B-B14F-4D97-AF65-F5344CB8AC3E}">
        <p14:creationId xmlns:p14="http://schemas.microsoft.com/office/powerpoint/2010/main" val="1856632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1DDF9-FD47-4EC5-99F9-6AF886C3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Local inference and explicit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B7D0C-BF8E-46D6-904B-4D6C5A09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382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MiniLM embeds short requests and scope clauses in a browser worker.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Cosine retrieval finds related text. Deterministic rules surface weak or conflicting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The reviewer estimates effort. A dependency graph computes impact and creates an internal packet.</a:t>
            </a:r>
          </a:p>
        </p:txBody>
      </p:sp>
    </p:spTree>
    <p:extLst>
      <p:ext uri="{BB962C8B-B14F-4D97-AF65-F5344CB8AC3E}">
        <p14:creationId xmlns:p14="http://schemas.microsoft.com/office/powerpoint/2010/main" val="1420254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B251E-D4FF-4CA9-B93E-BB35879F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Evidence can be challenged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1A9D4-4055-4068-9E19-ADC6D3B9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382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Remove a retrieved clause and inspect the new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Without the team-account exclusion, the invitation request moves from a related exclusion to insufficient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The original review stays intact.</a:t>
            </a:r>
          </a:p>
        </p:txBody>
      </p:sp>
    </p:spTree>
    <p:extLst>
      <p:ext uri="{BB962C8B-B14F-4D97-AF65-F5344CB8AC3E}">
        <p14:creationId xmlns:p14="http://schemas.microsoft.com/office/powerpoint/2010/main" val="1713437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09D5E-D181-44EB-8CA0-B7D69251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What we verified and what remains uncertain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BAE24-1616-4E93-A670-06B520B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382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22 deterministic tests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Real model inference matches the expected source or abstention in 10 of 12 synthetic smoke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Browser checks cover review, deferral, evidence removal, export and reload persistence.</a:t>
            </a:r>
          </a:p>
        </p:txBody>
      </p:sp>
    </p:spTree>
    <p:extLst>
      <p:ext uri="{BB962C8B-B14F-4D97-AF65-F5344CB8AC3E}">
        <p14:creationId xmlns:p14="http://schemas.microsoft.com/office/powerpoint/2010/main" val="5736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8EB40-33AC-428F-BC40-B3503D69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A practical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100FF-60C3-4BA8-9722-DAEAF4F8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382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Today: a private, working review tool with no API key or account.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Next: test five real agency reviews with consent and measure review time and missed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Later: document import, capacity-aware scheduling and authenticated team approvals.</a:t>
            </a:r>
          </a:p>
        </p:txBody>
      </p:sp>
    </p:spTree>
    <p:extLst>
      <p:ext uri="{BB962C8B-B14F-4D97-AF65-F5344CB8AC3E}">
        <p14:creationId xmlns:p14="http://schemas.microsoft.com/office/powerpoint/2010/main" val="2009085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D4C43-64A1-4593-A50A-5B93B606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D30"/>
                </a:solidFill>
                <a:latin typeface="Helvetica Neue"/>
                <a:ea typeface="Helvetica Neue"/>
                <a:cs typeface="Helvetica Neue"/>
              </a:rPr>
              <a:t>Try DeltaProof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04E9D-F014-4B3E-BB59-4BC9BF6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382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Open the seeded workspace. Trace the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Review the evidence and compare the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4235"/>
                </a:solidFill>
                <a:latin typeface="Helvetica Neue"/>
                <a:ea typeface="Helvetica Neue"/>
                <a:cs typeface="Helvetica Neue"/>
              </a:rPr>
              <a:t>Every consequential decision stays with the reviewer.</a:t>
            </a:r>
          </a:p>
        </p:txBody>
      </p:sp>
    </p:spTree>
    <p:extLst>
      <p:ext uri="{BB962C8B-B14F-4D97-AF65-F5344CB8AC3E}">
        <p14:creationId xmlns:p14="http://schemas.microsoft.com/office/powerpoint/2010/main" val="353241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2026-09-07T21:25:01.9410000Z</dcterms:created>
  <dcterms:modified xsi:type="dcterms:W3CDTF">2026-09-07T21:25:01.9410000Z</dcterms:modified>
</coreProperties>
</file>